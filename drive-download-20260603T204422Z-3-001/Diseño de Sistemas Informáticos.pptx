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2" name="Google Shape;22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.png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3048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1757850" y="1228439"/>
            <a:ext cx="8001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Diseño de Sistemas Informáticos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1757850" y="3429000"/>
            <a:ext cx="8155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Pilares fundamentales para la arquitectura de software moderna: Metodologías, Marcos Ágiles y Scrum.</a:t>
            </a:r>
            <a:endParaRPr b="1" sz="1800"/>
          </a:p>
        </p:txBody>
      </p:sp>
      <p:sp>
        <p:nvSpPr>
          <p:cNvPr id="139" name="Google Shape;139;p13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92549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71700"/>
            <a:ext cx="3492549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71700"/>
            <a:ext cx="3492549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894237" y="33718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Estructuradas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62025" y="39147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Enfoque en procesos definidos. El diseño se "congela" antes de iniciar la programación.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4672537" y="33718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O. Objetos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740324" y="39147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Uso del estándar UML para representar interacciones entre objetos del sistema.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8450836" y="33718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Ágiles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8518624" y="3914775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Entrega de valor constante y adaptabilidad ante el descubrimiento de nuevos problemas.</a:t>
            </a:r>
            <a:endParaRPr/>
          </a:p>
        </p:txBody>
      </p:sp>
      <p:pic>
        <p:nvPicPr>
          <p:cNvPr descr="image.png" id="154" name="Google Shape;15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6098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6098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60985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TIPOS DE METODOLOGÍA</a:t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528637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2225"/>
            <a:ext cx="528637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952500" y="2990850"/>
            <a:ext cx="4750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Metodología Clásica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952500" y="3533775"/>
            <a:ext cx="4524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Ideal para proyectos con requisitos estáticos y bien definidos. Se minimizan los cambios durante el desarrollo para mantener la estabilidad del modelo de datos inicial.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715125" y="2990850"/>
            <a:ext cx="4750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Orientada a Objetos (UML)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715125" y="3533775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Permite una transición fluida entre el análisis y el diseño. Utiliza diagramas visuales para modelar la arquitectura de software antes de la implementación.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ENFOQUES CLÁSICOS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762000" y="1914525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EL FACTOR HUMANO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71500" y="1914525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571500" y="28956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Metodologías Ágiles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571500" y="34385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diferencia de los modelos rígidos, la agilidad pone al individuo y la interacción por encima de los procesos.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71500" y="4191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Se acepta que el diseño evolucionará. El éxito se mide en software que funciona y aporta valor inmediato al cliente.</a:t>
            </a:r>
            <a:endParaRPr/>
          </a:p>
        </p:txBody>
      </p:sp>
      <p:pic>
        <p:nvPicPr>
          <p:cNvPr descr="image.png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5619750" y="762000"/>
            <a:ext cx="952500" cy="76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148950" y="1061200"/>
            <a:ext cx="11601600" cy="8313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400" u="none" cap="none" strike="noStrike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Cascada vs. Ágil</a:t>
            </a:r>
            <a:endParaRPr b="1" i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52575"/>
            <a:ext cx="5286375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15525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El Flujo Lineal (Waterfall)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71500" y="43910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Nota: No se puede "subir" fácilmente a la fase anterior.</a:t>
            </a:r>
            <a:endParaRPr/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904875" y="21050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Requisitos: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Documentación total previa.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04875" y="25527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Diseño: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Arquitectura, BD y Hardware.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904875" y="30003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Implementación: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Escritura de código.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04875" y="34480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Verificación: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Fase intensiva de pruebas.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904875" y="38957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Mantenimiento: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Sistema en producción.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MODELO EN CASCADA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05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52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0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57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8457"/>
            <a:ext cx="5286375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571500" y="241845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Diseño Evolutivo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71500" y="462825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Divide el proyecto en piezas pequeñas, reduciendo el riesgo de fallos catastróficos al final del camino.</a:t>
            </a:r>
            <a:endParaRPr/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8457"/>
            <a:ext cx="5286375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904875" y="297090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Iterativo: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El diseño se refina en cada ciclo de trabajo.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904875" y="341858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Colaborativo: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Cliente involucrado semanalmente.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04875" y="386625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Adaptable: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Ajustes inmediatos ante cambios de mercado o tecnología.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METODOLOGÍAS ÁGILES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7090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185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6625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14625"/>
            <a:ext cx="5286375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14625"/>
            <a:ext cx="5286375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952500" y="3143250"/>
            <a:ext cx="4750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¿Qué es Scrum?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52500" y="3686175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Es el "juego de equipo" más popular. No dicta cómo programar, sino cómo organizarse para mantener el rumbo y la productividad alta.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715125" y="3143250"/>
            <a:ext cx="4750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Enfoque en Valor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715125" y="3686175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Prioriza las tareas que entregan mayor impacto al negocio, asegurando que el equipo trabaje siempre en lo más importante.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INTRODUCCIÓN A SCRUM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4100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4100"/>
            <a:ext cx="3492549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894237" y="35242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Transparencia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62025" y="40671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Todos los miembros conocen el estado real del trabajo y los impedimentos existentes.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672537" y="35242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Inspección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4740324" y="40671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Revisión constante del progreso para detectar desviaciones en el diseño o calidad.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450836" y="3524250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Adaptación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518624" y="40671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Si algo no funciona, el proceso o el diseño se ajusta de inmediato para corregir el rumbo.</a:t>
            </a:r>
            <a:endParaRPr/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7622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62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7622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LOS 3 PILARES DE SCRUM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762000" y="1738312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CICLO DE VIDA SCRUM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1738312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43672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Al final de cada Sprint, se debe entregar una pieza funcional (ej: Login o una pantalla de gestión).</a:t>
            </a:r>
            <a:endParaRPr/>
          </a:p>
        </p:txBody>
      </p:sp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904875" y="2871787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Product Backlog: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Baúl de funciones futuras.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904875" y="331946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Sprint Backlog: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Compromiso para 2-4 semanas.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904875" y="3767137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Incremento: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Parte del sistema que ya funciona.</a:t>
            </a:r>
            <a:endParaRPr/>
          </a:p>
        </p:txBody>
      </p:sp>
      <p:pic>
        <p:nvPicPr>
          <p:cNvPr descr="image.png" id="270" name="Google Shape;2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717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19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71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286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90787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952500" y="2919412"/>
            <a:ext cx="4750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Arquitectura e Interfaz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952500" y="3462337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Arquitectura: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Monolítica vs Microservicios. Define la robustez.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952500" y="4214812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Interfaz (UI/UX):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Define la experiencia y cómo interactuará el usuario.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715125" y="2919412"/>
            <a:ext cx="4750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Datos y Crecimiento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715125" y="3462337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Datos: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Estrategia de almacenamiento y flujo de información.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6715125" y="4214812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Organicidad: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En Scrum, el sistema crece según la necesidad, no de golpe.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DISEÑO DE SISTEMAS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