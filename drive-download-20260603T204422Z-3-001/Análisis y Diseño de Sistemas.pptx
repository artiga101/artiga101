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erriweather"/>
      <p:regular r:id="rId13"/>
      <p:bold r:id="rId14"/>
      <p:italic r:id="rId15"/>
      <p:boldItalic r:id="rId16"/>
    </p:embeddedFon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vBGLItB5cK2NCZMupPffeXE20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Merriweather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italic.fntdata"/><Relationship Id="rId14" Type="http://schemas.openxmlformats.org/officeDocument/2006/relationships/font" Target="fonts/Merriweather-bold.fntdata"/><Relationship Id="rId17" Type="http://schemas.openxmlformats.org/officeDocument/2006/relationships/font" Target="fonts/DMSans-regular.fntdata"/><Relationship Id="rId16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10" Type="http://schemas.openxmlformats.org/officeDocument/2006/relationships/image" Target="../media/image17.png"/><Relationship Id="rId9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2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595437" y="1885205"/>
            <a:ext cx="9001125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y Diseño de Sistemas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619750" y="3679477"/>
            <a:ext cx="952500" cy="47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809750" y="4012852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Una perspectiva académica sobre el Rol del Analista y las Tipologías de Sistemas en las Organizaciones Modernas.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2850594" y="2472630"/>
            <a:ext cx="6490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DFBF7"/>
                </a:solidFill>
                <a:latin typeface="Merriweather"/>
                <a:ea typeface="Merriweather"/>
                <a:cs typeface="Merriweather"/>
                <a:sym typeface="Merriweather"/>
              </a:rPr>
              <a:t>A. El Rol del Analista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928937" y="3691830"/>
            <a:ext cx="63342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rgbClr val="CBD5E1"/>
                </a:solidFill>
                <a:latin typeface="Merriweather"/>
                <a:ea typeface="Merriweather"/>
                <a:cs typeface="Merriweather"/>
                <a:sym typeface="Merriweather"/>
              </a:rPr>
              <a:t>Funciones, responsabilidades y perfil profesional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8350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476250" y="2452687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analista de sistemas no es solo un técnico; actúa como un puente vital entre la problemática del negocio y la solución tecnológica.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3" name="Google Shape;10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47875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809625" y="35575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Consultor: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Asesora a la organización sobre cómo utilizar la tecnología para mejorar procesos.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09625" y="44053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Experto en Soporte: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Domina el hardware y software necesario para la implementación.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809625" y="52530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Agente de Cambio: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Facilita la transición y adaptación del personal a los nuevos sistemas.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476250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Analista como Agente de Cambio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76250" y="1190625"/>
            <a:ext cx="112395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9" name="Google Shape;10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5861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4338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528161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485132"/>
            <a:ext cx="3555950" cy="3392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85132"/>
            <a:ext cx="3555950" cy="3392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2485132"/>
            <a:ext cx="3555950" cy="339268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647383" y="3656707"/>
            <a:ext cx="32136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Diagnóstico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723900" y="4266307"/>
            <a:ext cx="30606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Identificación sistemática de necesidades y problemas. Recolección de requerimientos a través de entrevistas y observación.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4489084" y="3656707"/>
            <a:ext cx="32136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 y Modelado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565600" y="4266307"/>
            <a:ext cx="30606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Creación de la arquitectura lógica del sistema. Uso de diagramas UML y especificaciones técnicas para guiar el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8330784" y="3656707"/>
            <a:ext cx="32136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8407300" y="4266307"/>
            <a:ext cx="30606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Supervisión del desarrollo, ejecución de pruebas de calidad (QA) y capacitación de usuarios finales.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6" name="Google Shape;12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5550" y="292328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251" y="292328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8951" y="292328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476250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Funciones Metodológicas Principales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76250" y="1190625"/>
            <a:ext cx="112395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2850594" y="2472630"/>
            <a:ext cx="6490811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DFBF7"/>
                </a:solidFill>
                <a:latin typeface="Merriweather"/>
                <a:ea typeface="Merriweather"/>
                <a:cs typeface="Merriweather"/>
                <a:sym typeface="Merriweather"/>
              </a:rPr>
              <a:t>B. Tipos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2405062" y="3691830"/>
            <a:ext cx="73818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rgbClr val="CBD5E1"/>
                </a:solidFill>
                <a:latin typeface="Merriweather"/>
                <a:ea typeface="Merriweather"/>
                <a:cs typeface="Merriweather"/>
                <a:sym typeface="Merriweather"/>
              </a:rPr>
              <a:t>Clasificación jerárquica y funcional en las organizaciones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619250"/>
            <a:ext cx="5334000" cy="512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19250"/>
            <a:ext cx="5334000" cy="51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752951" y="2009775"/>
            <a:ext cx="47805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Nivel Operativo (TPS)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66775" y="2495550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866775" y="288607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Sistemas de Procesamiento de Transacciones: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6658451" y="2009775"/>
            <a:ext cx="47805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Nivel Estratégico (ESS)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772275" y="2495550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6772275" y="288607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Sistemas de Soporte a Ejecutivos: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1200150" y="357187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Enfocados en la eficiencia diaria.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200150" y="41148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Registran las transacciones básicas (ventas, nómina, inventario).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1200150" y="496252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Alta precisión y volumen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200150" y="550545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Ejemplo: Sistema de punto de venta.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7105650" y="357187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Enfocados en la planificación a largo plazo.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7105650" y="41148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Utilizan datos internos y externos (mercado, competencia).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7105650" y="49625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Presentan información resumida en tableros (dashboards).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7105650" y="581025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Ejemplo: Proyecciones de mercado a 5 años.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476250" y="11430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 Pirámide Informacional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76250" y="828675"/>
            <a:ext cx="112395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6004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1433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9911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55340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6004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41433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49911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58388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316509"/>
            <a:ext cx="3555950" cy="3729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316509"/>
            <a:ext cx="3555950" cy="3729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2316509"/>
            <a:ext cx="3555950" cy="3729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2468909"/>
            <a:ext cx="3251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0350" y="2468909"/>
            <a:ext cx="3251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12050" y="2468909"/>
            <a:ext cx="32511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 txBox="1"/>
          <p:nvPr/>
        </p:nvSpPr>
        <p:spPr>
          <a:xfrm>
            <a:off x="628650" y="4993034"/>
            <a:ext cx="3251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MIS (Sistemas de Información Gerencial)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628650" y="5650259"/>
            <a:ext cx="32511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Informes de control y desempeño histórico.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4470350" y="4993034"/>
            <a:ext cx="3251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DSS (Sistemas de Soporte a Decisiones)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4470350" y="5650259"/>
            <a:ext cx="32511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Modelos analíticos para situaciones "What-If".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8312050" y="4993034"/>
            <a:ext cx="3251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ERP (Planificación de Recursos)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8312050" y="5345459"/>
            <a:ext cx="32511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Integración total de los procesos de negocio.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7" name="Google Shape;18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" y="2468909"/>
            <a:ext cx="3251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70350" y="2468909"/>
            <a:ext cx="3251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2050" y="2468909"/>
            <a:ext cx="32511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 txBox="1"/>
          <p:nvPr/>
        </p:nvSpPr>
        <p:spPr>
          <a:xfrm>
            <a:off x="476250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Sistemas Tácticos y de Gestión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76250" y="1190625"/>
            <a:ext cx="112395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